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2F654-7EF4-4D3C-BAD3-E5B5A24BC38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2C1E8-2E37-4E52-960A-2605E7C7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86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2C1E8-2E37-4E52-960A-2605E7C73A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09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F6C62-95F8-9A72-1937-46296210C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7CF902-9943-9205-7227-3C8447DAB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964C8-8953-FB60-3D1C-7E5591EA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6D63FE-944F-48D1-CC4B-915D464A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F61F2-B196-E701-A978-E99A58B2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734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962F1-E7E2-FAEB-FB4D-BB948E5B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2E3A69-B7B0-09CE-AA6F-852E09904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40D666-BC4F-5F81-E1FA-2652E5D4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27F57-9E4A-C920-7FE4-6CBD660D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42697-0EEE-324A-D78B-A3C4E769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89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97C38-9AD9-726F-196A-C87CEB05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CA8FBF-0560-2BBD-0226-4E6A9630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8A140-AF76-17A4-21C7-59E36FC2E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5D2316-5B0B-EA6E-5A0D-BF94BF02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8C8768-E7F1-998A-E4B1-458C5D3F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45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5AE9A-E240-D659-C351-EACDC252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244F30-632E-CF77-DF6A-FDD52DD38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632BBC-2B02-AB3B-F9F0-E287A97BB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C62F4B-AF22-DBFB-185D-6B7A2853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1637F9-307B-1D2C-393F-43336FB0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3E3F60-4562-45FC-488A-FFC75EF2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39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540A1-7A7E-291E-3698-28E6579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16860-8F48-D280-CF53-8A7654A0D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C3061D-4422-4491-3735-95B01ACBC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DA0BBA-B113-5C66-21BB-2155D4547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F1F80B-902D-1AE3-F507-780652955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787458-1CEA-0DA0-B9CE-9775CFB97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2CEE60-95BE-4D26-87B6-F4CEBB53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ED6175-D830-467A-85BD-F6ECAC02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41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B67FF-5712-D12D-AE78-A91694F5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FB464B-57CC-FA7A-6ACD-7485FCDD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0C9F6C-F434-CE35-86C1-C18E3B25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FA616D-B45C-3F23-27A4-99E8A647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78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1C9658-EDF5-4739-4942-1B9291E1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9AC928-D45A-C080-24CC-FD5942E9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315C5B-7E5B-6E17-F757-8BF977E4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06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35423-7930-A23D-1516-234E3DAA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E8B05-F927-BA23-05CC-39119A62F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79A7CA-64A5-87AF-1DBC-F00EBF78A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6967C0-A430-D01E-EB02-E44D7BB0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F01A00-17F1-87E3-A0EB-743C074F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9A93AC-349F-EF15-A0C5-DF2A2188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07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00105-AA6B-862F-303A-EA6B99E8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9EDB12-9192-1E2E-3D96-6F86A0490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0A2F95-3786-E8E9-EE60-D1FAEE0DF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518168-C675-9806-4089-01F29E65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BA83E7-5D36-BD9E-C9D1-EE8B5639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4A2A38-D36E-5EC4-DD27-E4AB4021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91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E4D6A-6EBA-385D-A48E-223AC801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D6E3DF-E484-6825-BC52-F930C8CC1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59321-E9BF-2BF6-AF6B-EFF50707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32818-62E7-1928-D664-4BA39DDE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E61188-D0E7-7A97-4476-25C0668B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3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A97AF7-CA59-0373-9957-25447368F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20F5CF-EFDD-17F1-6A16-170EA531E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260CA-D652-E7EC-6B34-19CC6713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E38902-C0F7-F1B4-E817-4976AB23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38465-DA69-271F-2EBD-A6DC82C5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92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777C80-19DD-0423-1FDB-B87A071D6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A4C529-D2A3-90EF-387A-3314F3F14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54D6A-09A3-ED43-2419-4B3848200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0CD38-29E2-4F01-A1F0-A3742675D86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5C33B-430B-B635-99DA-1FE37D284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EC92B-0ED7-5E9C-018E-7377E76F6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E7637-2A57-4F53-9D4E-6A57FADBE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5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0E7BA3-D81E-F180-5573-ACCEFC25CD05}"/>
              </a:ext>
            </a:extLst>
          </p:cNvPr>
          <p:cNvSpPr txBox="1"/>
          <p:nvPr/>
        </p:nvSpPr>
        <p:spPr>
          <a:xfrm>
            <a:off x="3275958" y="325500"/>
            <a:ext cx="8826500" cy="5819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华农给我的印象很好，又是除本校课题组外第一个愿意收留我的，滤镜直接拉满了，非常鼓励大家去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整体师资平台与南农相似，仅次于中农，远超西北农林、川农、华南农这些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人文关怀也做得很好，食堂很多也很好吃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整个校园很大，但夏令营的时候太热了，很多地方没逛到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研究方向上：棉花育种、油菜育种世界第一（各有一个院士坐镇）；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玉米育种世界领先（在我国应该仅次于中农玉米中心）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其余招生方向如下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药用植物学、应用真菌、农药学、植物免疫、水稻栽培生理、作物纳米生物学、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果树病理学、大田作物害虫防控及生物安全、水稻真菌病害、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作物表型组、水稻微生物互作、大豆、昆虫化学生态、农业生态与耕作制度、昆虫行为调控与资源利用、小麦团队、作物抗逆高产与激素调控、水稻生物互作与病害防控、园艺与城市昆虫研究、作物病害生物防控理论与应用、桃树病害绿色防控团队、病害生物防治、油菜栽培生理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注意一下，如果对水稻遗传育种感兴趣的话，报夏令营的时候注意是报华农生科院，植科院做水稻遗传的很少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161AE2-3E42-2E92-DBAA-A6D8FC546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1" b="37223"/>
          <a:stretch>
            <a:fillRect/>
          </a:stretch>
        </p:blipFill>
        <p:spPr>
          <a:xfrm>
            <a:off x="159116" y="1241839"/>
            <a:ext cx="3001527" cy="36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2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A96C5F-7DE5-47D5-C2F1-FC8112101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7682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3208BF-BEBE-5DC9-A5F1-BEE0AE6C75D9}"/>
              </a:ext>
            </a:extLst>
          </p:cNvPr>
          <p:cNvSpPr txBox="1"/>
          <p:nvPr/>
        </p:nvSpPr>
        <p:spPr>
          <a:xfrm>
            <a:off x="8256411" y="284024"/>
            <a:ext cx="3779103" cy="1972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听说华农有那种本硕贯通的班级，这就导致方向比较热门的老师夏令营的时候连专硕名额都没有了，所以可以在拿到入营通知之后就给导师发邮件，如果能有老师联系方式，可以通过视频先交流，提前锁定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8C1041-7542-C7AF-AAD0-3DDB39A174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6" b="27963"/>
          <a:stretch>
            <a:fillRect/>
          </a:stretch>
        </p:blipFill>
        <p:spPr>
          <a:xfrm>
            <a:off x="8419359" y="2644002"/>
            <a:ext cx="3167180" cy="37973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0368DC0-3243-BCE1-3C75-C8247DB9F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082" y="194791"/>
            <a:ext cx="3273836" cy="646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52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92E5F5C-ABAB-3F45-3C6B-C0152F6E615C}"/>
              </a:ext>
            </a:extLst>
          </p:cNvPr>
          <p:cNvSpPr txBox="1"/>
          <p:nvPr/>
        </p:nvSpPr>
        <p:spPr>
          <a:xfrm>
            <a:off x="0" y="0"/>
            <a:ext cx="7867766" cy="6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正式面试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整体都比较轻松，遇到的老师也都很好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我面的三个组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植物免疫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[K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老师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组会会议室，大家都坐在下面，一个一个上去面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大导师是日本人，提前准备了全英文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ppt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汇报，虽然有点跨，对植物病理学很多都不太了解，但导师不太在意，问了几个英文小问题，比如说为什么对他的实验室感兴趣之类的，整体氛围很轻松，老师人也很好。发挥比较好，第二天拿到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offer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水稻与微生物互作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谢老师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面完第一个之后直接去老师办公室聊，简单自我介绍之后，老师问了很多简历上的细节问题，比如说敲除载体是用的哪个、敲除突变体创制的流程、提质粒的流程、你在这个项目上扮演的角色，交流过程中发现老师跟我们学院很多老师都认识，当场就拿到了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offer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，比较轻松。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油菜遗传育种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杨老师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面油菜的同学很多，整个大课题组的老师基本都到现场了，宣讲老师在介绍整体情况之后，同学们就根据自己的兴趣，直接找老师交流。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当时我找的做减数分裂机理研究的杨老师，人真的很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nice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，现场有好几个同学对他的方向感兴趣，但他名额有限，就现场找了几篇他手上还没发表的英文论文摘要让我们翻译，发挥比较好，跟他也聊得比较愉快，晚上拿到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offer</a:t>
            </a:r>
          </a:p>
          <a:p>
            <a:pPr>
              <a:lnSpc>
                <a:spcPts val="2500"/>
              </a:lnSpc>
            </a:pP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总之，比较看重的是</a:t>
            </a:r>
            <a:r>
              <a:rPr lang="zh-CN" altLang="en-US" sz="15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学业成绩排名、英语能力、对你的科创项目的了解程度</a:t>
            </a:r>
            <a:endParaRPr lang="en-US" altLang="zh-CN" sz="15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619458-347D-FF10-24BF-E8EAC45D5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766" y="1165196"/>
            <a:ext cx="3949860" cy="483240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BE6960-E2DD-123A-9EFA-46A3B526EF34}"/>
              </a:ext>
            </a:extLst>
          </p:cNvPr>
          <p:cNvSpPr txBox="1"/>
          <p:nvPr/>
        </p:nvSpPr>
        <p:spPr>
          <a:xfrm>
            <a:off x="7867766" y="163484"/>
            <a:ext cx="4383315" cy="68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两天里面可以面多个组，拿到多个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offer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后，最后选一个作为自己的最终意向，并婉拒其他老师</a:t>
            </a:r>
          </a:p>
        </p:txBody>
      </p:sp>
    </p:spTree>
    <p:extLst>
      <p:ext uri="{BB962C8B-B14F-4D97-AF65-F5344CB8AC3E}">
        <p14:creationId xmlns:p14="http://schemas.microsoft.com/office/powerpoint/2010/main" val="4187190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682</Words>
  <Application>Microsoft Office PowerPoint</Application>
  <PresentationFormat>宽屏</PresentationFormat>
  <Paragraphs>30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可乐 黎</dc:creator>
  <cp:lastModifiedBy>可乐 黎</cp:lastModifiedBy>
  <cp:revision>4</cp:revision>
  <dcterms:created xsi:type="dcterms:W3CDTF">2025-07-04T23:40:44Z</dcterms:created>
  <dcterms:modified xsi:type="dcterms:W3CDTF">2025-12-01T12:21:05Z</dcterms:modified>
</cp:coreProperties>
</file>